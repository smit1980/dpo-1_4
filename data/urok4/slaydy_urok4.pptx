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00. Обзор урока: подготовка информации для работы с ИИ. Пояснение — на странице урока и в конспекте.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21. Открытие урока: цепочка от задачи до решения. Пояснение — на странице урока и в конспекте.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01. Что уходит вместе с файлом. Пояснение — на странице урока и в конспекте.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02. Пять вопросов перед загрузкой. Пояснение — на странице урока и в конспекте.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03. Где хранятся метаданные. Пояснение — на странице урока и в конспекте.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04. Шесть мест, где файл выдаёт лишнее. Пояснение — на странице урока и в конспекте.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05. Прямые и косвенные признаки. Пояснение — на странице урока и в конспекте.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06. Четыре приёма подготовки данных. Пояснение — на странице урока и в конспекте.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07. Шаблон запроса и роль. Пояснение — на странице урока и в конспекте.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08. Куда попадает запрос. Пояснение — на странице урока и в конспекте.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09. Настройки в трёх моделях. Пояснение — на странице урока и в конспекте.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10. Паспорт безопасной задачи. Пояснение — на странице урока и в конспекте.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22. Открытие пары 2. Пояснение — на странице урока и в конспекте.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11. Кому принадлежит результат ИИ. Пояснение — на странице урока и в конспекте.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12. Светофор использования материала. Пояснение — на странице урока и в конспекте.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13. Как ИИ ошибается. Пояснение — на странице урока и в конспекте.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14. Как проверить факт: четыре шага. Пояснение — на странице урока и в конспекте.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15. Откуда берётся предвзятость. Пояснение — на странице урока и в конспекте.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16. Тест «поменяй одну деталь». Пояснение — на странице урока и в конспекте.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17. Что умеют подделывать. Пояснение — на странице урока и в конспекте.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18. Проверка поручения. Пояснение — на странице урока и в конспекте.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19. Цепочка ответственности. Пояснение — на странице урока и в конспекте.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20. Пять проверок результата ИИ. Пояснение — на странице урока и в конспекте.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23. Итог урока и домашнее задание. Пояснение — на странице урока и в конспекте.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Урок 4 · Подготовка информации для ИИ и правовые риски</dc:title>
  <dc:subject/>
  <dc:creator>ДПО-1 · Клуб «ИИ в образовании»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