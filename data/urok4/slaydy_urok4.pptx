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00. Обзор урока: подготовка информации для работы с ИИ.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21. Открытие урока: цепочка от задачи до решения.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01. Что уходит вместе с файлом.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02. Пять вопросов перед загрузкой.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03. Где хранятся метаданные.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04. Шесть мест, где файл выдаёт лишнее.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05. Прямые и косвенные признаки.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06. Четыре приёма подготовки данных.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07. Шаблон запроса и роль.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27. Роль в промпте: для чего она нужна.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08. Куда попадает запрос.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09. Настройки в трёх моделях.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10. Паспорт безопасной задачи.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22. Открытие пары 2.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11. Кому принадлежит результат ИИ.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12. Светофор использования материала.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13. Как ИИ ошибается.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14. Как проверить факт: четыре шага.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15. Откуда берётся предвзятость.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16. Тест «поменяй одну деталь».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17. Что умеют подделывать.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18. Проверка поручения.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24. Каталог подделок и вредоносных сценариев.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25. Инструкция внутри файла.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19. Цепочка ответственности.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20. Пять проверок результата ИИ.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23. Итог урока и домашнее задание.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26. Практикум: порядок работы. Пояснение — на странице урока и в конспекте.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Подготовка информации для ИИ и правовые риски</dc:title>
  <dc:subject/>
  <dc:creator>ДПО-1 · Клуб «ИИ в образовании»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